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C276-C80A-4D7B-A500-086AF5E26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31E1D-5364-45BA-ACD0-4625BA846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84077-C7DC-4D37-9013-7280CBB8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48E26-2325-42B4-BB4C-FF2983AB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15679-5162-4EB5-89CD-E040F383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6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56371-6E85-49B5-944B-5DD65EC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115D1-436B-4C36-A62C-412D8967F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755DA-EE6A-4740-86D2-479FB24B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F36F7-76CD-45F6-92AD-2E09C491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CD060-967A-4E38-BCA4-E6DDE3F2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3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B520-F756-41AD-BFFC-10635715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B148E-7276-4089-B9B1-F1DFC7377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55385-E142-49EA-ABEB-FCE8F5169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8D628-8A71-4102-B769-F9B3C2F3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6F4A-034D-4EC6-B027-553289CBA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02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2AAB-EB73-4315-A9BD-F4BB9E5F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1881D-8BD1-4776-B720-F74B0F3B5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A4DE1-C246-4776-8D14-1EA0D3064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43DB7-E6D4-4B62-973E-49A53BA0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25836-BD32-49F8-9E44-C12324D8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52AFE-F120-4A5C-B802-8A5298E9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73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E8A16-46A1-47E2-84E7-B20B281D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BCC47-5216-4159-9D25-349030B9C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30333-990A-4D61-B706-BA8B449F0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DE13D-937B-4F91-B40E-57258F3CE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E3A73-C8D8-4CB3-A866-2A0F3029E3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572B3-008F-4986-8B22-C180CC81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406F19-C3A1-4D2F-A6FE-AEB04DBBB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68E1C-160C-405D-995F-4389E4BC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0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B7FDD-F6B9-43AF-8186-AD442AD3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11380B-9579-48CF-9DB2-88EA7D535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1DA28-47BA-41CF-A47F-9EE146A09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B2A7D-E5E0-4F2A-861A-86DAE274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45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DA195-D0B7-4A16-82A2-BD73CD053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DB998-3B30-43F6-A8BF-00CCCB33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CBAB8-EFC1-44AE-95E5-EA82EA29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9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F8FF-F8C5-4745-A5D3-0A0E0BAA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9BA43-3E68-41FE-8D7B-81FEFFC5D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35DDF-556C-4527-B8F6-7C19E0AC6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2E069-90BB-4180-A861-BD1F9C48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02763-A415-4723-9462-C4EF8AF02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3E29E-F5FD-41EF-8494-70825796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3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B6E2-F969-40F4-ADCC-54B9FB01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C8C48-529F-4308-979B-268140B79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39AE9-6024-4A62-96F6-DEC585E32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B8B5E-27A6-4EFD-A1F1-F8E982A4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80D0-EC4F-4F59-9BB1-42D8142E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C5FF8-9064-49D6-9342-9480B9D9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60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E414F-0088-4BAE-BD1F-C9123377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9AA0E-4A8B-462C-A01A-98E468E96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C28A4-A980-454E-87C5-5364564B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CFB97-F6F5-4F0F-9ED6-A6B84BC3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1E6EB-BF17-44D3-9726-1C9C1E09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35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A01E9A-043F-4777-96A3-7D4EBD1C6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777E3-B222-4EE0-B6C4-C35145B6F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8BDFE-31B2-4A0E-A778-AF972877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FEE37-C2A1-4B6B-A156-13A3A5CFD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5800E-8432-47A6-BECF-0AA31603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61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014176-B650-4FFE-A6E2-94FDFFF9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0823F-197E-4FA9-8239-A11991232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9C09C-4186-45EA-A0D4-4B1BDC8E2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4A8B2-4D44-4270-8EC7-EC460E985B1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0E4A7-7E6F-4CA4-A162-049095113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FD687-3237-423A-9CA4-A8AE88244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90E1D-CF74-4DCD-B231-359DA62F4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4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B65A78-16D4-4DA3-A2A8-7A8037DEC19A}"/>
              </a:ext>
            </a:extLst>
          </p:cNvPr>
          <p:cNvSpPr txBox="1"/>
          <p:nvPr/>
        </p:nvSpPr>
        <p:spPr>
          <a:xfrm>
            <a:off x="1016000" y="508000"/>
            <a:ext cx="10160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Winners Creek Simulation Lab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EBE33-FD8A-439E-B2A0-5EEEC83DC6AF}"/>
              </a:ext>
            </a:extLst>
          </p:cNvPr>
          <p:cNvSpPr txBox="1"/>
          <p:nvPr/>
        </p:nvSpPr>
        <p:spPr>
          <a:xfrm>
            <a:off x="1016000" y="1524000"/>
            <a:ext cx="1016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8BDF8"/>
                </a:solidFill>
              </a:rPr>
              <a:t>Production Visual Rendering Pipeline Verification &amp; Telemetry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1AEA8A-6B37-4058-B8E2-96A5BE401D3B}"/>
              </a:ext>
            </a:extLst>
          </p:cNvPr>
          <p:cNvSpPr txBox="1"/>
          <p:nvPr/>
        </p:nvSpPr>
        <p:spPr>
          <a:xfrm>
            <a:off x="1016000" y="2413000"/>
            <a:ext cx="5334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F0E8E2"/>
                </a:solidFill>
              </a:rPr>
              <a:t>â€¢ Native PPTX Conversion to PDF</a:t>
            </a:r>
          </a:p>
          <a:p>
            <a:r>
              <a:rPr lang="en-US" sz="1500">
                <a:solidFill>
                  <a:srgbClr val="F0E8E2"/>
                </a:solidFill>
              </a:rPr>
              <a:t>â€¢ High-Resolution Rasterization via pdftoppm</a:t>
            </a:r>
          </a:p>
          <a:p>
            <a:r>
              <a:rPr lang="en-US" sz="1500">
                <a:solidFill>
                  <a:srgbClr val="F0E8E2"/>
                </a:solidFill>
              </a:rPr>
              <a:t>â€¢ Real Audio Transcription with Gemini 3.5</a:t>
            </a:r>
          </a:p>
          <a:p>
            <a:r>
              <a:rPr lang="en-US" sz="1500">
                <a:solidFill>
                  <a:srgbClr val="F0E8E2"/>
                </a:solidFill>
              </a:rPr>
              <a:t>â€¢ Adaptive AI Interview Defense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FA19BB-EC8A-455D-9731-48E100348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724725"/>
              </p:ext>
            </p:extLst>
          </p:nvPr>
        </p:nvGraphicFramePr>
        <p:xfrm>
          <a:off x="6604000" y="2413000"/>
          <a:ext cx="4826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667">
                  <a:extLst>
                    <a:ext uri="{9D8B030D-6E8A-4147-A177-3AD203B41FA5}">
                      <a16:colId xmlns:a16="http://schemas.microsoft.com/office/drawing/2014/main" val="450602719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984422573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2223797305"/>
                    </a:ext>
                  </a:extLst>
                </a:gridCol>
              </a:tblGrid>
              <a:tr h="677333">
                <a:tc>
                  <a:txBody>
                    <a:bodyPr/>
                    <a:lstStyle/>
                    <a:p>
                      <a:r>
                        <a:rPr lang="en-US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18288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US"/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LibreOffice+pdftoppm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27875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US"/>
                        <a:t>AI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Gemini 3.8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0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84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.</dc:creator>
  <cp:lastModifiedBy>Sandeep .</cp:lastModifiedBy>
  <cp:revision>1</cp:revision>
  <dcterms:created xsi:type="dcterms:W3CDTF">2026-09-26T16:53:47Z</dcterms:created>
  <dcterms:modified xsi:type="dcterms:W3CDTF">2026-09-26T16:53:47Z</dcterms:modified>
</cp:coreProperties>
</file>